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Marp-compatible Markdown deck.
Add screenshots by replacing a placeholder with Markdown image syntax, for example:
![w:1000](../images/aws-ec2-running.png)
Export examples:
  npx @marp-team/marp-cli docs/ticketing-app-aws-k3s-presentation.marp.md --pptx
  npx @marp-team/marp-cli docs/ticketing-app-aws-k3s-presentation.marp.md --pdf
  npx @marp-team/marp-cli docs/ticketing-app-aws-k3s-presentation.marp.md --html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TicketingApp</dc:title>
  <dc:subject>PptxGenJS Presentation</dc:subject>
  <dc:creator>Created by Marp</dc:creator>
  <cp:lastModifiedBy>Created by Marp</cp:lastModifiedBy>
  <cp:revision>1</cp:revision>
  <dcterms:created xsi:type="dcterms:W3CDTF">2026-05-04T12:58:21Z</dcterms:created>
  <dcterms:modified xsi:type="dcterms:W3CDTF">2026-05-04T12:58:21Z</dcterms:modified>
</cp:coreProperties>
</file>